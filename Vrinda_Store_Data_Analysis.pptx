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Vrinda Store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 Excel Dashboard Project (2022 Sales Analysis)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Vrinda Store 2022 sales data to understand customer behavior, sales trends, and improve business decisions for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missing values and duplicates</a:t>
            </a:r>
          </a:p>
          <a:p>
            <a:r>
              <a:t>- Standardized formats</a:t>
            </a:r>
          </a:p>
          <a:p>
            <a:r>
              <a:t>- Validated dataset</a:t>
            </a:r>
          </a:p>
          <a:p>
            <a:r>
              <a:t>- Created Pivot Tables &amp;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 vs Orders</a:t>
            </a:r>
          </a:p>
          <a:p>
            <a:r>
              <a:t>- Monthly Sales Trend</a:t>
            </a:r>
          </a:p>
          <a:p>
            <a:r>
              <a:t>- Sales by Gender</a:t>
            </a:r>
          </a:p>
          <a:p>
            <a:r>
              <a:t>- Top States</a:t>
            </a:r>
          </a:p>
          <a:p>
            <a:r>
              <a:t>- Age Group Analysis</a:t>
            </a:r>
          </a:p>
          <a:p>
            <a:r>
              <a:t>- Sales Channels</a:t>
            </a:r>
          </a:p>
          <a:p>
            <a:r>
              <a:t>- Delivery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Women: ~64% sales contribution</a:t>
            </a:r>
          </a:p>
          <a:p>
            <a:r>
              <a:t>- March highest sales</a:t>
            </a:r>
          </a:p>
          <a:p>
            <a:r>
              <a:t>- 92% delivery success</a:t>
            </a:r>
          </a:p>
          <a:p>
            <a:r>
              <a:t>- Top states: MH, KA, UP</a:t>
            </a:r>
          </a:p>
          <a:p>
            <a:r>
              <a:t>- Age 30–49 most active buyers</a:t>
            </a:r>
          </a:p>
          <a:p>
            <a:r>
              <a:t>- Amazon, Flipkart, Myntra top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Target women aged 30–49</a:t>
            </a:r>
          </a:p>
          <a:p>
            <a:r>
              <a:t>- Focus on top states</a:t>
            </a:r>
          </a:p>
          <a:p>
            <a:r>
              <a:t>- Improve online channel performance</a:t>
            </a:r>
          </a:p>
          <a:p>
            <a:r>
              <a:t>- Increase customer retention offers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key customer segment and top-performing regions to increase sales and improve business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